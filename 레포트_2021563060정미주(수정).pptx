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05077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51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985060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20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6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66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404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13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6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A7D90B8-99B0-4EBC-8109-591B72A8C24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921129A-8199-4283-99CF-223536B8C6A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340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ju1234/assembl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7C6BC-3440-4B4C-1DDB-825A4C10A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레포트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5DCDF4-1B0D-7C25-EC70-4F58134E4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2021563060 </a:t>
            </a:r>
            <a:r>
              <a:rPr lang="ko-KR" altLang="en-US" dirty="0" err="1"/>
              <a:t>정미주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D870D6-BAF3-4E49-9915-FDC8E39EDCC2}"/>
              </a:ext>
            </a:extLst>
          </p:cNvPr>
          <p:cNvSpPr/>
          <p:nvPr/>
        </p:nvSpPr>
        <p:spPr>
          <a:xfrm>
            <a:off x="5014356" y="5449651"/>
            <a:ext cx="2162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깃허브</a:t>
            </a:r>
            <a:r>
              <a:rPr lang="ko-KR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주소 </a:t>
            </a:r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</a:p>
          <a:p>
            <a:pPr algn="ctr"/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miju1234/assembly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863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D5F85-B16A-47F3-1FF9-591756A5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0911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4391C-5BC7-0A1D-F841-C2F5C5D3F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796" y="685800"/>
            <a:ext cx="2679897" cy="5347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1503935-184D-EE1E-E04E-6449463F862D}"/>
              </a:ext>
            </a:extLst>
          </p:cNvPr>
          <p:cNvSpPr txBox="1">
            <a:spLocks/>
          </p:cNvSpPr>
          <p:nvPr/>
        </p:nvSpPr>
        <p:spPr>
          <a:xfrm>
            <a:off x="6586654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0918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A86372-AA30-B5AF-F4B4-BEEB9139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911" y="685800"/>
            <a:ext cx="2722343" cy="59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5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A652-9626-200C-26FC-761A16C3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223B6-1C89-EA1C-33AE-8E32E9EE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0925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374486-F3E7-3BC1-2419-162C33F7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097" y="685800"/>
            <a:ext cx="3087339" cy="465201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FCF41ECE-31F6-0A16-20AE-600B592D86AC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1016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AFB115-8DAC-C39D-0E10-5642EA09B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601" y="685800"/>
            <a:ext cx="3524587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7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4621-ED81-4B77-9705-7021D628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1D15E-9CB7-8026-0D91-8BB5993E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1030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AC56015-618E-F712-DCBA-F24707228E67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1106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057E96-4DF9-1C2D-572A-EA3387B6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28750"/>
            <a:ext cx="3885331" cy="51092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EE155E-4F96-46AF-30A4-2B65A105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949" y="1428749"/>
            <a:ext cx="3885331" cy="51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9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6ABF-513C-B705-BFDD-91068AC3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5E05AE-899B-830E-6DF2-8CDB4F0A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1AA96FD-C395-630E-1D37-E91DD640249A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1120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0CD93F-9073-4763-851D-7D031765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92" y="685800"/>
            <a:ext cx="3515216" cy="56776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1C9963-AF9F-FAF4-C2D3-B163A82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329" y="685800"/>
            <a:ext cx="3514980" cy="50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1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8034-F90A-D9B2-C51F-12865162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B5218-E58F-DC3A-34E7-E028E747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1127</a:t>
            </a:r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0641FF5-0402-45D5-8C5C-8586F9D073DB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3D14DA-D2EC-3194-2744-249566D60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76" y="685800"/>
            <a:ext cx="2705478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A115-78A1-8442-615E-18C52A23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4CD6-B0FC-7853-26F6-B29163EC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9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B1F955E-C035-C94E-5EA9-2DA539C2A342}"/>
              </a:ext>
            </a:extLst>
          </p:cNvPr>
          <p:cNvSpPr txBox="1">
            <a:spLocks/>
          </p:cNvSpPr>
          <p:nvPr/>
        </p:nvSpPr>
        <p:spPr>
          <a:xfrm>
            <a:off x="6519747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DDED7-BE7F-B322-0083-DFBE54A39F7F}"/>
              </a:ext>
            </a:extLst>
          </p:cNvPr>
          <p:cNvSpPr txBox="1"/>
          <p:nvPr/>
        </p:nvSpPr>
        <p:spPr>
          <a:xfrm>
            <a:off x="1371600" y="160805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1002 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미제출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31316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35</TotalTime>
  <Words>25</Words>
  <Application>Microsoft Office PowerPoint</Application>
  <PresentationFormat>와이드스크린</PresentationFormat>
  <Paragraphs>15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HY견고딕</vt:lpstr>
      <vt:lpstr>돋움</vt:lpstr>
      <vt:lpstr>Franklin Gothic Book</vt:lpstr>
      <vt:lpstr>자르기</vt:lpstr>
      <vt:lpstr>레포트 점수</vt:lpstr>
      <vt:lpstr>0911</vt:lpstr>
      <vt:lpstr>0925</vt:lpstr>
      <vt:lpstr>1030</vt:lpstr>
      <vt:lpstr>1113</vt:lpstr>
      <vt:lpstr>1127</vt:lpstr>
      <vt:lpstr>점수 : 9점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레포트 점수</dc:title>
  <dc:creator>정 찬민</dc:creator>
  <cp:lastModifiedBy>626-37</cp:lastModifiedBy>
  <cp:revision>6</cp:revision>
  <dcterms:created xsi:type="dcterms:W3CDTF">2025-12-09T12:53:32Z</dcterms:created>
  <dcterms:modified xsi:type="dcterms:W3CDTF">2025-12-11T00:31:22Z</dcterms:modified>
</cp:coreProperties>
</file>