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ju1234/assembly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9CCED2-9206-42D7-82CD-42E8D2DD7BD2}"/>
              </a:ext>
            </a:extLst>
          </p:cNvPr>
          <p:cNvSpPr/>
          <p:nvPr/>
        </p:nvSpPr>
        <p:spPr>
          <a:xfrm>
            <a:off x="5014356" y="4499397"/>
            <a:ext cx="21627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miju1234/assembly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9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 모두 만족</a:t>
            </a:r>
            <a:r>
              <a:rPr lang="en-US" altLang="ko-KR" dirty="0"/>
              <a:t>, </a:t>
            </a:r>
            <a:r>
              <a:rPr lang="ko-KR" altLang="en-US" dirty="0"/>
              <a:t>오류 없이 실행됨</a:t>
            </a:r>
            <a:endParaRPr lang="en-US" altLang="ko-KR" dirty="0"/>
          </a:p>
          <a:p>
            <a:r>
              <a:rPr lang="ko-KR" altLang="en-US" dirty="0"/>
              <a:t>너무 기본적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110</TotalTime>
  <Words>553</Words>
  <Application>Microsoft Office PowerPoint</Application>
  <PresentationFormat>와이드스크린</PresentationFormat>
  <Paragraphs>70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HY견고딕</vt:lpstr>
      <vt:lpstr>돋움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9점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어셈블리 과제 발표</dc:title>
  <dc:creator>정 찬민</dc:creator>
  <cp:lastModifiedBy>626-37</cp:lastModifiedBy>
  <cp:revision>17</cp:revision>
  <dcterms:created xsi:type="dcterms:W3CDTF">2025-12-09T11:26:52Z</dcterms:created>
  <dcterms:modified xsi:type="dcterms:W3CDTF">2025-12-11T00:50:50Z</dcterms:modified>
</cp:coreProperties>
</file>