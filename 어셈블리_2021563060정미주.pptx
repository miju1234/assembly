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227285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39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03341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6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70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4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12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125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0342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239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15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6DC153E-070D-4E31-A318-B0D34F9E873D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F1D43325-7CC7-4B9D-8CE3-A528538383F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025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44797-34C7-4942-D13C-2EF889A20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어셈블리 과제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354F4B-3B21-DFA5-30BC-6FFCD20CE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2021563060 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정미주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42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8E0A3-CF9F-A70C-6BA8-753D0B16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11ACF-F645-B789-0E4A-044E29457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dirty="0">
                <a:latin typeface="+mn-ea"/>
              </a:rPr>
              <a:t>운영체제</a:t>
            </a:r>
            <a:r>
              <a:rPr lang="en-US" altLang="ko-KR" dirty="0">
                <a:latin typeface="+mn-ea"/>
              </a:rPr>
              <a:t>: Windows 10</a:t>
            </a:r>
          </a:p>
          <a:p>
            <a:pPr fontAlgn="base"/>
            <a:r>
              <a:rPr lang="ko-KR" altLang="en-US" dirty="0">
                <a:latin typeface="+mn-ea"/>
              </a:rPr>
              <a:t>개발도구</a:t>
            </a:r>
            <a:r>
              <a:rPr lang="en-US" altLang="ko-KR" dirty="0">
                <a:latin typeface="+mn-ea"/>
              </a:rPr>
              <a:t>: Visual Studio 2022</a:t>
            </a:r>
          </a:p>
          <a:p>
            <a:pPr fontAlgn="base"/>
            <a:r>
              <a:rPr lang="ko-KR" altLang="en-US" dirty="0">
                <a:latin typeface="+mn-ea"/>
              </a:rPr>
              <a:t>언어</a:t>
            </a:r>
            <a:r>
              <a:rPr lang="en-US" altLang="ko-KR" dirty="0">
                <a:latin typeface="+mn-ea"/>
              </a:rPr>
              <a:t>: C, x86 Assembly (MASM)</a:t>
            </a:r>
          </a:p>
          <a:p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04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56639-27A0-9489-9DA8-4F1575C96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 진행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52D80-05A0-0D24-492F-0E03AD811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1. Assembly </a:t>
            </a:r>
            <a:r>
              <a:rPr lang="ko-KR" altLang="en-US" dirty="0">
                <a:latin typeface="+mn-ea"/>
              </a:rPr>
              <a:t>단독 실행 프로그램 </a:t>
            </a:r>
            <a:r>
              <a:rPr lang="en-US" altLang="ko-KR" dirty="0">
                <a:latin typeface="+mn-ea"/>
              </a:rPr>
              <a:t>(.exe)</a:t>
            </a:r>
            <a:endParaRPr lang="ko-KR" altLang="en-US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2. </a:t>
            </a:r>
            <a:r>
              <a:rPr lang="ko-KR" altLang="en-US" dirty="0">
                <a:latin typeface="+mn-ea"/>
              </a:rPr>
              <a:t>정적 라이브러리 </a:t>
            </a:r>
            <a:r>
              <a:rPr lang="en-US" altLang="ko-KR" dirty="0">
                <a:latin typeface="+mn-ea"/>
              </a:rPr>
              <a:t>(.lib) </a:t>
            </a:r>
            <a:r>
              <a:rPr lang="ko-KR" altLang="en-US" dirty="0">
                <a:latin typeface="+mn-ea"/>
              </a:rPr>
              <a:t>생성</a:t>
            </a:r>
          </a:p>
          <a:p>
            <a:r>
              <a:rPr lang="en-US" altLang="ko-KR" dirty="0">
                <a:latin typeface="+mn-ea"/>
              </a:rPr>
              <a:t>3. DLL </a:t>
            </a:r>
            <a:r>
              <a:rPr lang="ko-KR" altLang="en-US" dirty="0">
                <a:latin typeface="+mn-ea"/>
              </a:rPr>
              <a:t>프로젝트 생성</a:t>
            </a:r>
          </a:p>
          <a:p>
            <a:pPr marL="0" indent="0">
              <a:buNone/>
            </a:pP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226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DBA71-E3CA-0BC8-03C1-B79F4172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1. Assembly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단독 실행 프로그램 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(.exe)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2CA8C39-CD2E-5AC6-1D1A-8124BFF44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651775"/>
            <a:ext cx="3305175" cy="2552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346B3-5FD1-F606-6DC6-99CFF3D6FAD1}"/>
              </a:ext>
            </a:extLst>
          </p:cNvPr>
          <p:cNvSpPr txBox="1"/>
          <p:nvPr/>
        </p:nvSpPr>
        <p:spPr>
          <a:xfrm>
            <a:off x="1371600" y="4467561"/>
            <a:ext cx="104375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+mn-ea"/>
              </a:rPr>
              <a:t>두 정수를 더하는 간단한 프로그램을 구현</a:t>
            </a:r>
            <a:endParaRPr lang="en-US" altLang="ko-KR" dirty="0">
              <a:latin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 main.asm </a:t>
            </a:r>
            <a:r>
              <a:rPr lang="ko-KR" altLang="en-US" dirty="0">
                <a:latin typeface="+mn-ea"/>
              </a:rPr>
              <a:t>내부에서 직접 값</a:t>
            </a:r>
            <a:r>
              <a:rPr lang="en-US" altLang="ko-KR" dirty="0">
                <a:latin typeface="+mn-ea"/>
              </a:rPr>
              <a:t>(push 10, push 20)</a:t>
            </a:r>
            <a:r>
              <a:rPr lang="ko-KR" altLang="en-US" dirty="0">
                <a:latin typeface="+mn-ea"/>
              </a:rPr>
              <a:t>을 스택에 전달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AddTwoNums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함수 호출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 결과 출력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42FF5B6-14C8-8EAF-A56C-4A41EFCD1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59" b="30186"/>
          <a:stretch>
            <a:fillRect/>
          </a:stretch>
        </p:blipFill>
        <p:spPr>
          <a:xfrm>
            <a:off x="4817326" y="1651775"/>
            <a:ext cx="6991816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8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FE1BD-D783-F64D-FCF4-362B9EF6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정적 라이브러리 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(.lib)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8B0952-FE92-3294-F2F0-14057B5E02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1740217"/>
            <a:ext cx="10136459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800" dirty="0">
                <a:latin typeface="+mn-ea"/>
              </a:rPr>
              <a:t> Assembly </a:t>
            </a:r>
            <a:r>
              <a:rPr lang="ko-KR" altLang="en-US" sz="1800" dirty="0">
                <a:latin typeface="+mn-ea"/>
              </a:rPr>
              <a:t>함수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AddTwoNums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를 </a:t>
            </a:r>
            <a:r>
              <a:rPr lang="ko-KR" altLang="en-US" sz="1800" b="1" dirty="0">
                <a:latin typeface="+mn-ea"/>
              </a:rPr>
              <a:t>정적 라이브러리</a:t>
            </a:r>
            <a:r>
              <a:rPr lang="en-US" altLang="ko-KR" sz="1800" b="1" dirty="0">
                <a:latin typeface="+mn-ea"/>
              </a:rPr>
              <a:t>(AddLib.lib)</a:t>
            </a:r>
            <a:r>
              <a:rPr lang="ko-KR" altLang="en-US" sz="1800" dirty="0">
                <a:latin typeface="+mn-ea"/>
              </a:rPr>
              <a:t> 형태로 분리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2400" b="1" dirty="0">
                <a:solidFill>
                  <a:schemeClr val="tx1"/>
                </a:solidFill>
                <a:latin typeface="+mn-ea"/>
              </a:rPr>
              <a:t>--- &lt;</a:t>
            </a: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구성</a:t>
            </a:r>
            <a:r>
              <a:rPr lang="en-US" altLang="ko-KR" sz="2400" b="1" dirty="0">
                <a:solidFill>
                  <a:schemeClr val="tx1"/>
                </a:solidFill>
                <a:latin typeface="+mn-ea"/>
              </a:rPr>
              <a:t>&gt; ---</a:t>
            </a:r>
            <a:endParaRPr kumimoji="0" lang="en-US" altLang="ko-K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AddLib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프로젝트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AddTwoNums.asm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결과물: AddLib.lib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AsmExe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프로젝트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main.asm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ko-KR" sz="1800" dirty="0">
              <a:solidFill>
                <a:schemeClr val="tx1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-------------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링커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설정을 통해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AddLib.lib를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추가 종속성으로 연결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15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3067F-3875-C165-33C8-2D7E5620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정적 라이브러리 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(.lib)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509E34-0773-9BFA-865D-FE7A1CE7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85975"/>
            <a:ext cx="3295650" cy="37814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6AD117-3150-4D57-1CA3-0ADAB9F2DA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480" b="53223"/>
          <a:stretch>
            <a:fillRect/>
          </a:stretch>
        </p:blipFill>
        <p:spPr>
          <a:xfrm>
            <a:off x="5278941" y="2886656"/>
            <a:ext cx="5776331" cy="298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5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7CEEE-D7A3-6F76-968E-29470B2C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정적 라이브러리 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(.lib)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2FC732-57EE-A33B-4256-7B591B09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22551"/>
            <a:ext cx="4997726" cy="33969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F52704-5626-220E-A049-5D84F99C7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449" y="2022550"/>
            <a:ext cx="5019923" cy="3396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4DB159-8C86-61F2-6A52-B47B75A81C93}"/>
              </a:ext>
            </a:extLst>
          </p:cNvPr>
          <p:cNvSpPr txBox="1"/>
          <p:nvPr/>
        </p:nvSpPr>
        <p:spPr>
          <a:xfrm>
            <a:off x="3407379" y="5802868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정적 라이브러리를 실행 파일에 연결하는 설정</a:t>
            </a:r>
          </a:p>
        </p:txBody>
      </p:sp>
    </p:spTree>
    <p:extLst>
      <p:ext uri="{BB962C8B-B14F-4D97-AF65-F5344CB8AC3E}">
        <p14:creationId xmlns:p14="http://schemas.microsoft.com/office/powerpoint/2010/main" val="1200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7C956-7F17-954C-CB3C-B5C92EAF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정적 라이브러리 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(.lib)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생성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B3456-70EF-420E-BD2F-AED42963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95346"/>
            <a:ext cx="9601200" cy="551985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Debug </a:t>
            </a:r>
            <a:r>
              <a:rPr lang="ko-KR" altLang="en-US" dirty="0">
                <a:latin typeface="+mn-ea"/>
              </a:rPr>
              <a:t>폴더에 </a:t>
            </a:r>
            <a:r>
              <a:rPr lang="en-US" altLang="ko-KR" dirty="0">
                <a:latin typeface="+mn-ea"/>
              </a:rPr>
              <a:t>AddLib.lib (</a:t>
            </a:r>
            <a:r>
              <a:rPr lang="ko-KR" altLang="en-US" dirty="0">
                <a:latin typeface="+mn-ea"/>
              </a:rPr>
              <a:t>정적라이브러리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생성 확인</a:t>
            </a: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ED5505-9C49-895F-22BF-9022B420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58844"/>
            <a:ext cx="6477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668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DE170-B5DA-1C72-385C-15DD2D10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2-1.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정적 라이브러리 연동 실행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F44A17-046A-A77A-3DB5-6BF447AC5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72475"/>
            <a:ext cx="9601200" cy="3581400"/>
          </a:xfrm>
        </p:spPr>
        <p:txBody>
          <a:bodyPr/>
          <a:lstStyle/>
          <a:p>
            <a:r>
              <a:rPr lang="en-US" altLang="ko-KR" dirty="0" err="1"/>
              <a:t>AsmExe</a:t>
            </a:r>
            <a:r>
              <a:rPr lang="en-US" altLang="ko-KR" dirty="0"/>
              <a:t> </a:t>
            </a:r>
            <a:r>
              <a:rPr lang="ko-KR" altLang="en-US" dirty="0"/>
              <a:t>프로젝트에서 </a:t>
            </a:r>
            <a:r>
              <a:rPr lang="en-US" altLang="ko-KR" dirty="0"/>
              <a:t>AddLib.lib</a:t>
            </a:r>
            <a:r>
              <a:rPr lang="ko-KR" altLang="en-US" dirty="0"/>
              <a:t>를 링크하여 </a:t>
            </a:r>
            <a:r>
              <a:rPr lang="en-US" altLang="ko-KR" dirty="0"/>
              <a:t>Assembly </a:t>
            </a:r>
            <a:r>
              <a:rPr lang="ko-KR" altLang="en-US" dirty="0"/>
              <a:t>함수 호출</a:t>
            </a:r>
            <a:endParaRPr lang="en-US" altLang="ko-KR" dirty="0"/>
          </a:p>
          <a:p>
            <a:pPr fontAlgn="base"/>
            <a:r>
              <a:rPr lang="ko-KR" altLang="en-US" dirty="0" err="1"/>
              <a:t>링커</a:t>
            </a:r>
            <a:r>
              <a:rPr lang="ko-KR" altLang="en-US" dirty="0"/>
              <a:t> → 입력 → 추가 종속성</a:t>
            </a:r>
            <a:endParaRPr lang="en-US" altLang="ko-KR" dirty="0"/>
          </a:p>
          <a:p>
            <a:pPr fontAlgn="base"/>
            <a:r>
              <a:rPr lang="en-US" altLang="ko-KR" dirty="0"/>
              <a:t>AddLib.lib</a:t>
            </a:r>
            <a:r>
              <a:rPr lang="ko-KR" altLang="en-US" dirty="0"/>
              <a:t> 정상 빌드 및 실행 확인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1730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A7BD8-310D-55EA-C162-88660869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2-1.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정적 라이브러리 연동 실행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B58E11-B82D-A990-A4D2-6606B04E4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318" y="2286000"/>
            <a:ext cx="5181600" cy="1990725"/>
          </a:xfrm>
          <a:prstGeom prst="rect">
            <a:avLst/>
          </a:prstGeom>
        </p:spPr>
      </p:pic>
      <p:pic>
        <p:nvPicPr>
          <p:cNvPr id="10" name="내용 개체 틀 4">
            <a:extLst>
              <a:ext uri="{FF2B5EF4-FFF2-40B4-BE49-F238E27FC236}">
                <a16:creationId xmlns:a16="http://schemas.microsoft.com/office/drawing/2014/main" id="{5D115064-B869-64A7-BC4D-A33AF49F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2286000"/>
            <a:ext cx="4819650" cy="3438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540383-00CC-8FD5-85DD-9362CD05C56B}"/>
              </a:ext>
            </a:extLst>
          </p:cNvPr>
          <p:cNvSpPr txBox="1"/>
          <p:nvPr/>
        </p:nvSpPr>
        <p:spPr>
          <a:xfrm>
            <a:off x="2206500" y="5987534"/>
            <a:ext cx="311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EXE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>
                <a:latin typeface="+mn-ea"/>
              </a:rPr>
              <a:t>LIB </a:t>
            </a:r>
            <a:r>
              <a:rPr lang="ko-KR" altLang="en-US" dirty="0">
                <a:latin typeface="+mn-ea"/>
              </a:rPr>
              <a:t>함수 호출 코드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BBB41-FE21-0AC9-9F78-256350C3D195}"/>
              </a:ext>
            </a:extLst>
          </p:cNvPr>
          <p:cNvSpPr txBox="1"/>
          <p:nvPr/>
        </p:nvSpPr>
        <p:spPr>
          <a:xfrm>
            <a:off x="8137714" y="4457699"/>
            <a:ext cx="1742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정적 빌드 성공</a:t>
            </a:r>
          </a:p>
        </p:txBody>
      </p:sp>
    </p:spTree>
    <p:extLst>
      <p:ext uri="{BB962C8B-B14F-4D97-AF65-F5344CB8AC3E}">
        <p14:creationId xmlns:p14="http://schemas.microsoft.com/office/powerpoint/2010/main" val="293972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6AF2E-9AEE-4EA1-CC5E-66BD76A3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 DLL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 생성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ED8443-23B5-81F6-4CC0-260E49D4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51103"/>
            <a:ext cx="9601200" cy="3581400"/>
          </a:xfrm>
        </p:spPr>
        <p:txBody>
          <a:bodyPr/>
          <a:lstStyle/>
          <a:p>
            <a:pPr fontAlgn="base"/>
            <a:r>
              <a:rPr lang="ko-KR" altLang="en-US" dirty="0">
                <a:latin typeface="+mn-ea"/>
              </a:rPr>
              <a:t>동일한 </a:t>
            </a:r>
            <a:r>
              <a:rPr lang="en-US" altLang="ko-KR" dirty="0">
                <a:latin typeface="+mn-ea"/>
              </a:rPr>
              <a:t>Assembly </a:t>
            </a:r>
            <a:r>
              <a:rPr lang="ko-KR" altLang="en-US" dirty="0">
                <a:latin typeface="+mn-ea"/>
              </a:rPr>
              <a:t>코드</a:t>
            </a:r>
            <a:r>
              <a:rPr lang="en-US" altLang="ko-KR" dirty="0">
                <a:latin typeface="+mn-ea"/>
              </a:rPr>
              <a:t>(AddTwoNums.asm)</a:t>
            </a:r>
            <a:r>
              <a:rPr lang="ko-KR" altLang="en-US" dirty="0">
                <a:latin typeface="+mn-ea"/>
              </a:rPr>
              <a:t>를 사용하여 </a:t>
            </a:r>
            <a:r>
              <a:rPr lang="ko-KR" altLang="en-US" b="1" dirty="0">
                <a:latin typeface="+mn-ea"/>
              </a:rPr>
              <a:t>동적 라이브러리</a:t>
            </a:r>
            <a:r>
              <a:rPr lang="en-US" altLang="ko-KR" b="1" dirty="0">
                <a:latin typeface="+mn-ea"/>
              </a:rPr>
              <a:t>(.</a:t>
            </a:r>
            <a:r>
              <a:rPr lang="en-US" altLang="ko-KR" b="1" dirty="0" err="1">
                <a:latin typeface="+mn-ea"/>
              </a:rPr>
              <a:t>dll</a:t>
            </a:r>
            <a:r>
              <a:rPr lang="en-US" altLang="ko-KR" b="1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로 빌드</a:t>
            </a:r>
            <a:endParaRPr lang="en-US" altLang="ko-KR" dirty="0">
              <a:latin typeface="+mn-ea"/>
            </a:endParaRPr>
          </a:p>
          <a:p>
            <a:pPr fontAlgn="base"/>
            <a:r>
              <a:rPr lang="en-US" altLang="ko-KR" dirty="0">
                <a:latin typeface="+mn-ea"/>
              </a:rPr>
              <a:t>Assembly </a:t>
            </a:r>
            <a:r>
              <a:rPr lang="ko-KR" altLang="en-US" dirty="0">
                <a:latin typeface="+mn-ea"/>
              </a:rPr>
              <a:t>코드를 </a:t>
            </a:r>
            <a:r>
              <a:rPr lang="en-US" altLang="ko-KR" dirty="0">
                <a:latin typeface="+mn-ea"/>
              </a:rPr>
              <a:t>DLL</a:t>
            </a:r>
            <a:r>
              <a:rPr lang="ko-KR" altLang="en-US" dirty="0">
                <a:latin typeface="+mn-ea"/>
              </a:rPr>
              <a:t>로 빌드하여 외부 </a:t>
            </a:r>
            <a:r>
              <a:rPr lang="en-US" altLang="ko-KR" dirty="0">
                <a:latin typeface="+mn-ea"/>
              </a:rPr>
              <a:t>C </a:t>
            </a:r>
            <a:r>
              <a:rPr lang="ko-KR" altLang="en-US" dirty="0">
                <a:latin typeface="+mn-ea"/>
              </a:rPr>
              <a:t>프로그램에서 호출 가능하도록 구성</a:t>
            </a:r>
          </a:p>
        </p:txBody>
      </p:sp>
    </p:spTree>
    <p:extLst>
      <p:ext uri="{BB962C8B-B14F-4D97-AF65-F5344CB8AC3E}">
        <p14:creationId xmlns:p14="http://schemas.microsoft.com/office/powerpoint/2010/main" val="180990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B80CD-6E09-81C8-9B73-5B565D114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 DLL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 생성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8B83DC-1576-CEE6-B5FC-79CBA23D0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57" y="1859756"/>
            <a:ext cx="2665141" cy="40706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1C0A86-2D80-8DCE-69F4-CB8223DF5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125" y="1859756"/>
            <a:ext cx="6109847" cy="40706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E1120B-743A-8252-117A-6A8274415F9D}"/>
              </a:ext>
            </a:extLst>
          </p:cNvPr>
          <p:cNvSpPr txBox="1"/>
          <p:nvPr/>
        </p:nvSpPr>
        <p:spPr>
          <a:xfrm>
            <a:off x="2627211" y="6172200"/>
            <a:ext cx="7089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+mn-ea"/>
              </a:rPr>
              <a:t>AsmDll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프로젝트 생성 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 속성을 동적 라이브러리</a:t>
            </a:r>
            <a:r>
              <a:rPr lang="en-US" altLang="ko-KR" dirty="0">
                <a:latin typeface="+mn-ea"/>
              </a:rPr>
              <a:t>(.</a:t>
            </a:r>
            <a:r>
              <a:rPr lang="en-US" altLang="ko-KR" dirty="0" err="1">
                <a:latin typeface="+mn-ea"/>
              </a:rPr>
              <a:t>dll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로 변경</a:t>
            </a:r>
          </a:p>
        </p:txBody>
      </p:sp>
    </p:spTree>
    <p:extLst>
      <p:ext uri="{BB962C8B-B14F-4D97-AF65-F5344CB8AC3E}">
        <p14:creationId xmlns:p14="http://schemas.microsoft.com/office/powerpoint/2010/main" val="4180190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99503-C030-8400-0736-8ECD8CE8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3-1. 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DLL Export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AD7B6-2E3F-5641-B988-DB2B9D575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/>
          <a:lstStyle/>
          <a:p>
            <a:pPr fontAlgn="base"/>
            <a:r>
              <a:rPr lang="en-US" altLang="ko-KR" dirty="0"/>
              <a:t>DEF </a:t>
            </a:r>
            <a:r>
              <a:rPr lang="ko-KR" altLang="en-US" dirty="0"/>
              <a:t>파일 또는 </a:t>
            </a:r>
            <a:r>
              <a:rPr lang="en-US" altLang="ko-KR" dirty="0"/>
              <a:t>PUBLIC + EXPORT </a:t>
            </a:r>
            <a:r>
              <a:rPr lang="ko-KR" altLang="en-US" dirty="0"/>
              <a:t>설정으로 함수 노출</a:t>
            </a:r>
          </a:p>
          <a:p>
            <a:pPr fontAlgn="base"/>
            <a:r>
              <a:rPr lang="en-US" altLang="ko-KR" dirty="0"/>
              <a:t>AddTwoNums.def </a:t>
            </a:r>
            <a:r>
              <a:rPr lang="ko-KR" altLang="en-US" dirty="0"/>
              <a:t>사용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FB10F8-A319-55B2-6927-78001DC9F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99" b="46714"/>
          <a:stretch>
            <a:fillRect/>
          </a:stretch>
        </p:blipFill>
        <p:spPr>
          <a:xfrm>
            <a:off x="6407481" y="3934758"/>
            <a:ext cx="4871764" cy="20165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908A0A-EB78-BA61-A56B-3A054FB27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69792"/>
            <a:ext cx="4825342" cy="3281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29E36C-6235-363B-FC33-BB6A3B406ECA}"/>
              </a:ext>
            </a:extLst>
          </p:cNvPr>
          <p:cNvSpPr txBox="1"/>
          <p:nvPr/>
        </p:nvSpPr>
        <p:spPr>
          <a:xfrm>
            <a:off x="1784021" y="5987534"/>
            <a:ext cx="4000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n-ea"/>
              </a:rPr>
              <a:t>모듈 정의 파일로 </a:t>
            </a:r>
            <a:r>
              <a:rPr lang="en-US" altLang="ko-KR" dirty="0">
                <a:latin typeface="+mn-ea"/>
              </a:rPr>
              <a:t>AsmDll.def</a:t>
            </a:r>
            <a:r>
              <a:rPr lang="ko-KR" altLang="en-US" dirty="0">
                <a:latin typeface="+mn-ea"/>
              </a:rPr>
              <a:t>를 지정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AF720-4A6E-E7B1-C2A2-6D5FCA9421BC}"/>
              </a:ext>
            </a:extLst>
          </p:cNvPr>
          <p:cNvSpPr txBox="1"/>
          <p:nvPr/>
        </p:nvSpPr>
        <p:spPr>
          <a:xfrm>
            <a:off x="6407481" y="5987534"/>
            <a:ext cx="5003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+mn-ea"/>
              </a:rPr>
              <a:t>AddTwoNums</a:t>
            </a:r>
            <a:r>
              <a:rPr lang="ko-KR" altLang="en-US" dirty="0">
                <a:latin typeface="+mn-ea"/>
              </a:rPr>
              <a:t> 함수를 </a:t>
            </a:r>
            <a:r>
              <a:rPr lang="en-US" altLang="ko-KR" dirty="0">
                <a:latin typeface="+mn-ea"/>
              </a:rPr>
              <a:t>EXPORTS </a:t>
            </a:r>
            <a:r>
              <a:rPr lang="ko-KR" altLang="en-US" dirty="0">
                <a:latin typeface="+mn-ea"/>
              </a:rPr>
              <a:t>항목에 명시</a:t>
            </a:r>
          </a:p>
        </p:txBody>
      </p:sp>
    </p:spTree>
    <p:extLst>
      <p:ext uri="{BB962C8B-B14F-4D97-AF65-F5344CB8AC3E}">
        <p14:creationId xmlns:p14="http://schemas.microsoft.com/office/powerpoint/2010/main" val="1383652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0EDA3-7648-3E64-BE42-683B85098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3-2.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DLL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빌드 결과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3A55AD-5FD0-44DC-5517-469F4C9B1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53168"/>
            <a:ext cx="9601200" cy="3581400"/>
          </a:xfrm>
        </p:spPr>
        <p:txBody>
          <a:bodyPr/>
          <a:lstStyle/>
          <a:p>
            <a:pPr fontAlgn="base"/>
            <a:r>
              <a:rPr lang="ko-KR" altLang="en-US" dirty="0">
                <a:latin typeface="+mn-ea"/>
              </a:rPr>
              <a:t>빌드 성공 시 </a:t>
            </a:r>
            <a:r>
              <a:rPr lang="en-US" altLang="ko-KR" dirty="0">
                <a:latin typeface="+mn-ea"/>
              </a:rPr>
              <a:t>Debug </a:t>
            </a:r>
            <a:r>
              <a:rPr lang="ko-KR" altLang="en-US" dirty="0">
                <a:latin typeface="+mn-ea"/>
              </a:rPr>
              <a:t>폴더에 다음 파일 생성</a:t>
            </a:r>
          </a:p>
          <a:p>
            <a:pPr fontAlgn="base"/>
            <a:r>
              <a:rPr lang="en-US" altLang="ko-KR" dirty="0">
                <a:latin typeface="+mn-ea"/>
              </a:rPr>
              <a:t>AsmDll.dll</a:t>
            </a:r>
            <a:endParaRPr lang="ko-KR" altLang="en-US" dirty="0">
              <a:latin typeface="+mn-ea"/>
            </a:endParaRPr>
          </a:p>
          <a:p>
            <a:pPr fontAlgn="base"/>
            <a:r>
              <a:rPr lang="en-US" altLang="ko-KR" dirty="0">
                <a:latin typeface="+mn-ea"/>
              </a:rPr>
              <a:t>AsmDll.lib</a:t>
            </a:r>
          </a:p>
          <a:p>
            <a:pPr fontAlgn="base"/>
            <a:endParaRPr lang="ko-KR" altLang="en-US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CAFF53-1FD3-A2DD-E4FE-80E95ADAB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71800"/>
            <a:ext cx="4735793" cy="3581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B05729-A7D3-D484-2613-D4EAC7314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44" y="2971800"/>
            <a:ext cx="5397190" cy="132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44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FF547-A2DB-8B75-6F27-62A40764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3-3. C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프로그램에서 </a:t>
            </a:r>
            <a:r>
              <a:rPr lang="en-US" altLang="ko-KR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DLL </a:t>
            </a:r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D8270-48F4-B441-6934-FD0A9506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38300"/>
            <a:ext cx="9601200" cy="3581400"/>
          </a:xfrm>
        </p:spPr>
        <p:txBody>
          <a:bodyPr/>
          <a:lstStyle/>
          <a:p>
            <a:pPr fontAlgn="base"/>
            <a:r>
              <a:rPr lang="en-US" altLang="ko-KR" dirty="0">
                <a:latin typeface="+mn-ea"/>
              </a:rPr>
              <a:t>C </a:t>
            </a:r>
            <a:r>
              <a:rPr lang="ko-KR" altLang="en-US" dirty="0">
                <a:latin typeface="+mn-ea"/>
              </a:rPr>
              <a:t>언어 기반 실행 파일에서 </a:t>
            </a:r>
            <a:r>
              <a:rPr lang="en-US" altLang="ko-KR" dirty="0">
                <a:latin typeface="+mn-ea"/>
              </a:rPr>
              <a:t>Assembly DLL</a:t>
            </a:r>
            <a:r>
              <a:rPr lang="ko-KR" altLang="en-US" dirty="0">
                <a:latin typeface="+mn-ea"/>
              </a:rPr>
              <a:t>을 호출</a:t>
            </a:r>
            <a:endParaRPr lang="en-US" altLang="ko-KR" dirty="0">
              <a:latin typeface="+mn-ea"/>
            </a:endParaRPr>
          </a:p>
          <a:p>
            <a:pPr fontAlgn="base"/>
            <a:r>
              <a:rPr lang="en-US" altLang="ko-KR" dirty="0">
                <a:latin typeface="+mn-ea"/>
              </a:rPr>
              <a:t>- __</a:t>
            </a:r>
            <a:r>
              <a:rPr lang="en-US" altLang="ko-KR" dirty="0" err="1">
                <a:latin typeface="+mn-ea"/>
              </a:rPr>
              <a:t>stdcall</a:t>
            </a:r>
            <a:r>
              <a:rPr lang="en-US" altLang="ko-KR" dirty="0">
                <a:latin typeface="+mn-ea"/>
              </a:rPr>
              <a:t> </a:t>
            </a:r>
            <a:r>
              <a:rPr lang="ko-KR" altLang="en-US" dirty="0">
                <a:latin typeface="+mn-ea"/>
              </a:rPr>
              <a:t>호출 규약 사용</a:t>
            </a: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BBFFF8-48F5-CD49-E383-588FE238D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24730"/>
            <a:ext cx="3648510" cy="34474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FD0B73-761E-3A1F-16D1-F743D03B8DFF}"/>
              </a:ext>
            </a:extLst>
          </p:cNvPr>
          <p:cNvSpPr txBox="1"/>
          <p:nvPr/>
        </p:nvSpPr>
        <p:spPr>
          <a:xfrm>
            <a:off x="5154652" y="2662535"/>
            <a:ext cx="60941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 err="1">
                <a:latin typeface="+mn-ea"/>
              </a:rPr>
              <a:t>main.c</a:t>
            </a:r>
            <a:br>
              <a:rPr lang="en-US" altLang="ko-KR" dirty="0">
                <a:latin typeface="+mn-ea"/>
              </a:rPr>
            </a:br>
            <a:r>
              <a:rPr lang="en-US" altLang="ko-KR" dirty="0" err="1">
                <a:latin typeface="+mn-ea"/>
              </a:rPr>
              <a:t>LoadLibrary</a:t>
            </a:r>
            <a:r>
              <a:rPr lang="ko-KR" altLang="en-US" dirty="0">
                <a:latin typeface="+mn-ea"/>
              </a:rPr>
              <a:t>로 </a:t>
            </a:r>
            <a:r>
              <a:rPr lang="en-US" altLang="ko-KR" dirty="0">
                <a:latin typeface="+mn-ea"/>
              </a:rPr>
              <a:t>AsmDll.dll</a:t>
            </a:r>
            <a:r>
              <a:rPr lang="ko-KR" altLang="en-US" dirty="0">
                <a:latin typeface="+mn-ea"/>
              </a:rPr>
              <a:t>을 로드하고</a:t>
            </a:r>
            <a:br>
              <a:rPr lang="ko-KR" altLang="en-US" dirty="0">
                <a:latin typeface="+mn-ea"/>
              </a:rPr>
            </a:br>
            <a:r>
              <a:rPr lang="en-US" altLang="ko-KR" dirty="0" err="1">
                <a:latin typeface="+mn-ea"/>
              </a:rPr>
              <a:t>GetProcAddress</a:t>
            </a:r>
            <a:r>
              <a:rPr lang="ko-KR" altLang="en-US" dirty="0">
                <a:latin typeface="+mn-ea"/>
              </a:rPr>
              <a:t>를 통해 </a:t>
            </a:r>
            <a:r>
              <a:rPr lang="en-US" altLang="ko-KR" dirty="0" err="1">
                <a:latin typeface="+mn-ea"/>
              </a:rPr>
              <a:t>AddTwoNums</a:t>
            </a:r>
            <a:r>
              <a:rPr lang="ko-KR" altLang="en-US" dirty="0">
                <a:latin typeface="+mn-ea"/>
              </a:rPr>
              <a:t> 함수를 </a:t>
            </a:r>
            <a:r>
              <a:rPr lang="ko-KR" altLang="en-US" dirty="0" err="1">
                <a:latin typeface="+mn-ea"/>
              </a:rPr>
              <a:t>가져옵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1179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499EBAE-D686-7F83-CF81-2CD4695D6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744609"/>
            <a:ext cx="10348231" cy="148590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7849FA19-61B0-6988-825D-5991796CF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ko-KR" altLang="en-US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최종 실행 결과</a:t>
            </a:r>
            <a:b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86FAC52-9DB8-0684-DC0F-ECDAF039747B}"/>
              </a:ext>
            </a:extLst>
          </p:cNvPr>
          <p:cNvSpPr txBox="1">
            <a:spLocks/>
          </p:cNvSpPr>
          <p:nvPr/>
        </p:nvSpPr>
        <p:spPr>
          <a:xfrm>
            <a:off x="2590800" y="2498618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/>
              <a:t>DEF </a:t>
            </a:r>
            <a:r>
              <a:rPr lang="ko-KR" altLang="en-US"/>
              <a:t>파일 또는 </a:t>
            </a:r>
            <a:r>
              <a:rPr lang="en-US" altLang="ko-KR"/>
              <a:t>PUBLIC + EXPORT </a:t>
            </a:r>
            <a:r>
              <a:rPr lang="ko-KR" altLang="en-US"/>
              <a:t>설정으로 함수 노출</a:t>
            </a:r>
          </a:p>
          <a:p>
            <a:pPr fontAlgn="base"/>
            <a:r>
              <a:rPr lang="en-US" altLang="ko-KR"/>
              <a:t>AddTwoNums.def </a:t>
            </a:r>
            <a:r>
              <a:rPr lang="ko-KR" altLang="en-US"/>
              <a:t>사용</a:t>
            </a:r>
          </a:p>
          <a:p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090E8C2-1013-0412-B21A-37FF444E55BF}"/>
              </a:ext>
            </a:extLst>
          </p:cNvPr>
          <p:cNvSpPr txBox="1">
            <a:spLocks/>
          </p:cNvSpPr>
          <p:nvPr/>
        </p:nvSpPr>
        <p:spPr>
          <a:xfrm>
            <a:off x="1371600" y="3429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 err="1">
                <a:latin typeface="+mn-ea"/>
              </a:rPr>
              <a:t>AddTwoNums</a:t>
            </a:r>
            <a:r>
              <a:rPr lang="en-US" altLang="ko-KR" dirty="0">
                <a:latin typeface="+mn-ea"/>
              </a:rPr>
              <a:t>(10, 20)</a:t>
            </a:r>
            <a:r>
              <a:rPr lang="ko-KR" altLang="en-US" dirty="0">
                <a:latin typeface="+mn-ea"/>
              </a:rPr>
              <a:t>을 호출하면 </a:t>
            </a:r>
            <a:r>
              <a:rPr lang="en-US" altLang="ko-KR" dirty="0">
                <a:latin typeface="+mn-ea"/>
              </a:rPr>
              <a:t>DLL </a:t>
            </a:r>
            <a:r>
              <a:rPr lang="ko-KR" altLang="en-US" dirty="0">
                <a:latin typeface="+mn-ea"/>
              </a:rPr>
              <a:t>내부의 </a:t>
            </a:r>
            <a:r>
              <a:rPr lang="en-US" altLang="ko-KR" dirty="0">
                <a:latin typeface="+mn-ea"/>
              </a:rPr>
              <a:t>Assembly </a:t>
            </a:r>
            <a:r>
              <a:rPr lang="ko-KR" altLang="en-US" dirty="0">
                <a:latin typeface="+mn-ea"/>
              </a:rPr>
              <a:t>코드가 실행되고 결과가 출력</a:t>
            </a:r>
          </a:p>
          <a:p>
            <a:pPr fontAlgn="base"/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0386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2E0F3-4E32-1107-4008-40017745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최종 구조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9E0FF21-B519-2E05-4D14-E9830433E7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6237" y="306016"/>
            <a:ext cx="3071926" cy="62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35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A1B3D-7F81-E85E-6581-69782D33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점수 </a:t>
            </a:r>
            <a:r>
              <a:rPr lang="en-US" altLang="ko-KR">
                <a:latin typeface="HY견고딕" panose="02030600000101010101" pitchFamily="18" charset="-127"/>
                <a:ea typeface="HY견고딕" panose="02030600000101010101" pitchFamily="18" charset="-127"/>
              </a:rPr>
              <a:t>: 8</a:t>
            </a:r>
            <a:r>
              <a:rPr lang="ko-KR" altLang="en-US">
                <a:latin typeface="HY견고딕" panose="02030600000101010101" pitchFamily="18" charset="-127"/>
                <a:ea typeface="HY견고딕" panose="02030600000101010101" pitchFamily="18" charset="-127"/>
              </a:rPr>
              <a:t>점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60C7E0-9D41-59FC-0458-E0A044FA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핵심을 모두 포함</a:t>
            </a:r>
            <a:endParaRPr lang="en-US" altLang="ko-KR" dirty="0"/>
          </a:p>
          <a:p>
            <a:r>
              <a:rPr lang="ko-KR" altLang="en-US" dirty="0"/>
              <a:t>문제없이 완벽 실행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95586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51639-3425-D546-93D4-B6604381A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/>
          <a:lstStyle/>
          <a:p>
            <a:pPr algn="ctr"/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483289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96</TotalTime>
  <Words>547</Words>
  <Application>Microsoft Office PowerPoint</Application>
  <PresentationFormat>와이드스크린</PresentationFormat>
  <Paragraphs>69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HY견고딕</vt:lpstr>
      <vt:lpstr>돋움</vt:lpstr>
      <vt:lpstr>Arial</vt:lpstr>
      <vt:lpstr>Franklin Gothic Book</vt:lpstr>
      <vt:lpstr>자르기</vt:lpstr>
      <vt:lpstr>어셈블리 과제 발표</vt:lpstr>
      <vt:lpstr>사용 환경</vt:lpstr>
      <vt:lpstr>프로젝트 진행</vt:lpstr>
      <vt:lpstr>1. Assembly 단독 실행 프로그램 (.exe) </vt:lpstr>
      <vt:lpstr>2. 정적 라이브러리 (.lib) 생성 </vt:lpstr>
      <vt:lpstr>2. 정적 라이브러리 (.lib) 생성 </vt:lpstr>
      <vt:lpstr>2. 정적 라이브러리 (.lib) 생성 </vt:lpstr>
      <vt:lpstr>2. 정적 라이브러리 (.lib) 생성 </vt:lpstr>
      <vt:lpstr>2-1. 정적 라이브러리 연동 실행 </vt:lpstr>
      <vt:lpstr>2-1. 정적 라이브러리 연동 실행 </vt:lpstr>
      <vt:lpstr>3. DLL 프로젝트 생성 </vt:lpstr>
      <vt:lpstr>3. DLL 프로젝트 생성 </vt:lpstr>
      <vt:lpstr>3-1.  DLL Export </vt:lpstr>
      <vt:lpstr>3-2. DLL 빌드 결과 </vt:lpstr>
      <vt:lpstr>3-3. C 프로그램에서 DLL 사용 </vt:lpstr>
      <vt:lpstr>최종 실행 결과 </vt:lpstr>
      <vt:lpstr>최종 구조</vt:lpstr>
      <vt:lpstr>점수 : 8점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어셈블리 과제 발표</dc:title>
  <dc:creator>정 찬민</dc:creator>
  <cp:lastModifiedBy>626-37</cp:lastModifiedBy>
  <cp:revision>13</cp:revision>
  <dcterms:created xsi:type="dcterms:W3CDTF">2025-12-09T11:26:52Z</dcterms:created>
  <dcterms:modified xsi:type="dcterms:W3CDTF">2025-12-11T00:25:16Z</dcterms:modified>
</cp:coreProperties>
</file>